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A000"/>
                </a:solidFill>
              </a:defRPr>
            </a:pPr>
            <a:r>
              <a:t>FASTMOVE | SHIPPER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rPr lang="en-US" sz="2900" b="1" dirty="0">
                <a:solidFill>
                  <a:srgbClr val="FFFFFF"/>
                </a:solidFill>
              </a:rPr>
              <a:t>4 </a:t>
            </a:r>
            <a:r>
              <a:rPr lang="en-US" sz="2900" b="1" dirty="0" err="1">
                <a:solidFill>
                  <a:srgbClr val="FFFFFF"/>
                </a:solidFill>
              </a:rPr>
              <a:t>bước</a:t>
            </a:r>
            <a:r>
              <a:rPr lang="en-US" sz="2900" b="1" dirty="0">
                <a:solidFill>
                  <a:srgbClr val="FFFFFF"/>
                </a:solidFill>
              </a:rPr>
              <a:t> </a:t>
            </a:r>
            <a:r>
              <a:rPr lang="en-US" sz="2900" b="1" dirty="0" err="1">
                <a:solidFill>
                  <a:srgbClr val="FFFFFF"/>
                </a:solidFill>
              </a:rPr>
              <a:t>nhận</a:t>
            </a:r>
            <a:r>
              <a:rPr lang="en-US" sz="2900" b="1" dirty="0">
                <a:solidFill>
                  <a:srgbClr val="FFFFFF"/>
                </a:solidFill>
              </a:rPr>
              <a:t> </a:t>
            </a:r>
            <a:r>
              <a:rPr lang="en-US" sz="2900" b="1" dirty="0" err="1">
                <a:solidFill>
                  <a:srgbClr val="FFFFFF"/>
                </a:solidFill>
              </a:rPr>
              <a:t>đơn</a:t>
            </a:r>
            <a:r>
              <a:rPr lang="en-US" sz="2900" b="1" dirty="0">
                <a:solidFill>
                  <a:srgbClr val="FFFFFF"/>
                </a:solidFill>
              </a:rPr>
              <a:t> </a:t>
            </a:r>
            <a:r>
              <a:rPr lang="en-US" sz="2900" b="1" dirty="0" err="1">
                <a:solidFill>
                  <a:srgbClr val="FFFFFF"/>
                </a:solidFill>
              </a:rPr>
              <a:t>chính</a:t>
            </a:r>
            <a:r>
              <a:rPr lang="en-US" sz="2900" b="1" dirty="0">
                <a:solidFill>
                  <a:srgbClr val="FFFFFF"/>
                </a:solidFill>
              </a:rPr>
              <a:t> </a:t>
            </a:r>
            <a:r>
              <a:rPr lang="en-US" sz="2900" b="1" dirty="0" err="1">
                <a:solidFill>
                  <a:srgbClr val="FFFFFF"/>
                </a:solidFill>
              </a:rPr>
              <a:t>xác</a:t>
            </a:r>
            <a:r>
              <a:rPr lang="en-US" sz="2900" b="1" dirty="0">
                <a:solidFill>
                  <a:srgbClr val="FFFFFF"/>
                </a:solidFill>
              </a:rPr>
              <a:t>, </a:t>
            </a:r>
            <a:r>
              <a:rPr lang="en-US" sz="2900" b="1" dirty="0" err="1">
                <a:solidFill>
                  <a:srgbClr val="FFFFFF"/>
                </a:solidFill>
              </a:rPr>
              <a:t>nhanh</a:t>
            </a:r>
            <a:r>
              <a:rPr lang="en-US" sz="2900" b="1" dirty="0">
                <a:solidFill>
                  <a:srgbClr val="FFFFFF"/>
                </a:solidFill>
              </a:rPr>
              <a:t> </a:t>
            </a:r>
            <a:r>
              <a:rPr lang="en-US" sz="2900" b="1" dirty="0" err="1">
                <a:solidFill>
                  <a:srgbClr val="FFFFFF"/>
                </a:solidFill>
              </a:rPr>
              <a:t>chóng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120640" cy="1417320"/>
          </a:xfrm>
          <a:prstGeom prst="roundRect">
            <a:avLst/>
          </a:prstGeom>
          <a:solidFill>
            <a:srgbClr val="224870"/>
          </a:solidFill>
          <a:ln>
            <a:solidFill>
              <a:srgbClr val="4C75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46888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4A000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50592"/>
            <a:ext cx="144757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b="1" dirty="0" err="1">
                <a:solidFill>
                  <a:srgbClr val="FFFFFF"/>
                </a:solidFill>
              </a:rPr>
              <a:t>Kiểm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tra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đơn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645920" y="2852928"/>
            <a:ext cx="3886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Xem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mã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địa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5120640" cy="1417320"/>
          </a:xfrm>
          <a:prstGeom prst="roundRect">
            <a:avLst/>
          </a:prstGeom>
          <a:solidFill>
            <a:srgbClr val="224870"/>
          </a:solidFill>
          <a:ln>
            <a:solidFill>
              <a:srgbClr val="4C75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246888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4A000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450592"/>
            <a:ext cx="158088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b="1" dirty="0">
                <a:solidFill>
                  <a:srgbClr val="FFFFFF"/>
                </a:solidFill>
              </a:rPr>
              <a:t>Xác </a:t>
            </a:r>
            <a:r>
              <a:rPr lang="en-US" b="1" dirty="0" err="1">
                <a:solidFill>
                  <a:srgbClr val="FFFFFF"/>
                </a:solidFill>
              </a:rPr>
              <a:t>nhận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hàng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132320" y="2852928"/>
            <a:ext cx="3886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tình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5120640" cy="1417320"/>
          </a:xfrm>
          <a:prstGeom prst="roundRect">
            <a:avLst/>
          </a:prstGeom>
          <a:solidFill>
            <a:srgbClr val="224870"/>
          </a:solidFill>
          <a:ln>
            <a:solidFill>
              <a:srgbClr val="4C75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43434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4A000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325112"/>
            <a:ext cx="204895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b="1" dirty="0">
                <a:solidFill>
                  <a:srgbClr val="FFFFFF"/>
                </a:solidFill>
              </a:rPr>
              <a:t>Xác </a:t>
            </a:r>
            <a:r>
              <a:rPr lang="en-US" b="1" dirty="0" err="1">
                <a:solidFill>
                  <a:srgbClr val="FFFFFF"/>
                </a:solidFill>
              </a:rPr>
              <a:t>nhận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nhận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đơn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645920" y="4694444"/>
            <a:ext cx="3886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Nhấn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xác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nhận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ứng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dụng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kiểm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tra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60520"/>
            <a:ext cx="5120640" cy="1417320"/>
          </a:xfrm>
          <a:prstGeom prst="roundRect">
            <a:avLst/>
          </a:prstGeom>
          <a:solidFill>
            <a:srgbClr val="224870"/>
          </a:solidFill>
          <a:ln>
            <a:solidFill>
              <a:srgbClr val="4C75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43434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4A000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325112"/>
            <a:ext cx="147829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b="1" dirty="0" err="1">
                <a:solidFill>
                  <a:srgbClr val="FFFFFF"/>
                </a:solidFill>
              </a:rPr>
              <a:t>Chuẩn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bị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giao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7132320" y="4727448"/>
            <a:ext cx="3886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8EFF7"/>
                </a:solidFill>
              </a:defRPr>
            </a:pPr>
            <a:r>
              <a:rPr lang="en-US" sz="1600" dirty="0" err="1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Sắp</a:t>
            </a:r>
            <a:r>
              <a:rPr lang="en-US" sz="1600" dirty="0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xếp</a:t>
            </a:r>
            <a:r>
              <a:rPr lang="en-US" sz="1600" dirty="0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600" dirty="0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600" dirty="0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1600" dirty="0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sz="1600" dirty="0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lộ</a:t>
            </a:r>
            <a:r>
              <a:rPr lang="en-US" sz="1600" dirty="0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600" dirty="0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1600" dirty="0">
                <a:solidFill>
                  <a:srgbClr val="E8EF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6172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A000"/>
                </a:solidFill>
              </a:defRPr>
            </a:pPr>
            <a:r>
              <a:t>Nguyên tắc: Không đoán giá cước — mã không hợp lệ phải báo điều phối để xác minh.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Minh Tâm Đoàn Nguyễn</cp:lastModifiedBy>
  <cp:revision>2</cp:revision>
  <dcterms:created xsi:type="dcterms:W3CDTF">2013-01-27T09:14:16Z</dcterms:created>
  <dcterms:modified xsi:type="dcterms:W3CDTF">2026-10-26T18:52:08Z</dcterms:modified>
  <cp:category/>
</cp:coreProperties>
</file>